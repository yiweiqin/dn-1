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216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可视化冒险类游戏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内容生产引擎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Vision 多模态协同 · 世界观 / 剧情 / 插图一体生成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3.12+</a:t>
            </a: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Web</a:t>
            </a: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多模型协同</a:t>
            </a: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文生图管线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叙事资产生成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世界观构建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分章剧情编排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主角与配角设定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73152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配图管线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83480" y="1645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文生图 (Text2Img)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参考视觉模型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可选 Img2Img 编辑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017520"/>
            <a:ext cx="73152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00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多模型协同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3657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 LLM 调用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Council 群体智能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主持人模型整合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017520"/>
            <a:ext cx="73152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3200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工程化落地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83480" y="3657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本地服务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配置管理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角色档案缓存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 &amp; 快速启动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73152" cy="3840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 + Flask Web 框架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yunwu.ai / OpenAI 兼容 API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多模型编排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Wikipedia 实体检索</a:t>
            </a:r>
            <a:endParaRPr lang="en-US" sz="1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图像生成与验证管线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914400"/>
            <a:ext cx="73152" cy="3840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快速启动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937760" y="15544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16002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 .env 环境变量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23317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2377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-r requirements.txt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31089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40680" y="3154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game_server.py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38862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3931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浏览器打开 http://127.0.0.1:5001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项目结构：src/ (核心模块) · worldview_cache/ (缓存) · saves/ (存档)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126</Words>
  <Application>Microsoft Office PowerPoint</Application>
  <PresentationFormat>全屏显示(16:9)</PresentationFormat>
  <Paragraphs>41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 项目介绍</dc:title>
  <dc:subject>PptxGenJS Presentation</dc:subject>
  <dc:creator>AI Assistant</dc:creator>
  <cp:lastModifiedBy>亦弛 张</cp:lastModifiedBy>
  <cp:revision>1</cp:revision>
  <dcterms:created xsi:type="dcterms:W3CDTF">2026-04-10T07:22:09Z</dcterms:created>
  <dcterms:modified xsi:type="dcterms:W3CDTF">2026-04-10T07:26:21Z</dcterms:modified>
</cp:coreProperties>
</file>